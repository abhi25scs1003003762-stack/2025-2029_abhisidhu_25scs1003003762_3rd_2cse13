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ANALYTICS WITH MACHINE LEARNING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 Prediction  &amp;  Twitter Sentiment Classification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Internship Project Presentation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 Sidhu   |   AI Intern, Codec Technologies Pvt. Ltd.   |   29 Jul – 30 Aug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58191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&amp; Deliverables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929384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two selected projects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63347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— Stock Price Predictor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980944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on historical price data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68503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— Sentiment Analysis on Twitter Data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032504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text classification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754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7365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 &amp; Future Scope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5084064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for both pipelines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400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Artificial Intelligence Intern at Codec Technologies Pvt. Ltd.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29 July 2026 – 30 August 2026 (Hybrid, Pan-India)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select and complete two assigned ML projects, publish with documentation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projects: Stock Price Predictor  +  Sentiment Analysis on Twitter Data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delivered as complete, runnable pipelines — data → features → model → evaluation → visualization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0" y="1691640"/>
            <a:ext cx="4297680" cy="4206240"/>
          </a:xfrm>
          <a:prstGeom prst="roundRect">
            <a:avLst>
              <a:gd name="adj" fmla="val 1739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2240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Intern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3154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&amp; ICAC Approved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4069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· Pan India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4709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4983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1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20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 Predictor — forecasting next-day closing price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price data carries trend, momentum and volatility signal that can be used to estimate near-term future prices.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10789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multi-ticker historical daily price dataset (Open, High, Low, Close, Volume)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time-series features: lags, moving averages, volatility, momentum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Linear Regression baseline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Gradient Boosting Regressor as the advanced technique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R², RMSE, MAE, MAPE on a chronologically held-out test set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Methodology</a:t>
            </a:r>
            <a:endParaRPr lang="en-US" sz="2600" dirty="0"/>
          </a:p>
        </p:txBody>
      </p:sp>
      <p:pic>
        <p:nvPicPr>
          <p:cNvPr id="4" name="Image 0" descr="/home/claude/projects/stock_predictor/price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492240" cy="3246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75488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Historical closing price, 3 tickers (2019–2024)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315200" y="1691640"/>
            <a:ext cx="4297680" cy="777240"/>
          </a:xfrm>
          <a:prstGeom prst="roundRect">
            <a:avLst>
              <a:gd name="adj" fmla="val 7059"/>
            </a:avLst>
          </a:prstGeom>
          <a:solidFill>
            <a:srgbClr val="EAF2F5"/>
          </a:solidFill>
          <a:ln w="12700">
            <a:solidFill>
              <a:srgbClr val="D7E6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0" y="176479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4,500 daily records · 3 tickers · 2019–2024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315200" y="2606040"/>
            <a:ext cx="4297680" cy="777240"/>
          </a:xfrm>
          <a:prstGeom prst="roundRect">
            <a:avLst>
              <a:gd name="adj" fmla="val 7059"/>
            </a:avLst>
          </a:prstGeom>
          <a:solidFill>
            <a:srgbClr val="EAF2F5"/>
          </a:solidFill>
          <a:ln w="12700">
            <a:solidFill>
              <a:srgbClr val="D7E6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0" y="267919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lagged closes, MA(5/10/20), volatility, momentum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315200" y="3520440"/>
            <a:ext cx="4297680" cy="777240"/>
          </a:xfrm>
          <a:prstGeom prst="roundRect">
            <a:avLst>
              <a:gd name="adj" fmla="val 7059"/>
            </a:avLst>
          </a:prstGeom>
          <a:solidFill>
            <a:srgbClr val="EAF2F5"/>
          </a:solidFill>
          <a:ln w="12700">
            <a:solidFill>
              <a:srgbClr val="D7E6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0" y="359359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80:20 split per ticker (no lookahead leakage)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315200" y="4434840"/>
            <a:ext cx="4297680" cy="777240"/>
          </a:xfrm>
          <a:prstGeom prst="roundRect">
            <a:avLst>
              <a:gd name="adj" fmla="val 7059"/>
            </a:avLst>
          </a:prstGeom>
          <a:solidFill>
            <a:srgbClr val="EAF2F5"/>
          </a:solidFill>
          <a:ln w="12700">
            <a:solidFill>
              <a:srgbClr val="D7E6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0" y="450799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Linear Regression + Gradient Boosting (300 trees)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315200" y="539496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note: offline sandbox → calibrated GBM price simulator used; swap-in ready for real Yahoo Finance/NSE data.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Evaluation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2F5"/>
          </a:solidFill>
          <a:ln w="12700">
            <a:solidFill>
              <a:srgbClr val="D7E6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0992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0.998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60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— Linear Regression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600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2F5"/>
          </a:solidFill>
          <a:ln w="12700">
            <a:solidFill>
              <a:srgbClr val="D7E6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170992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₹39.4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560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(₹), Linear Regression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600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2F5"/>
          </a:solidFill>
          <a:ln w="12700">
            <a:solidFill>
              <a:srgbClr val="D7E6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170992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1.30%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560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MAPE, Linear Regression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778240" y="1600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2F5"/>
          </a:solidFill>
          <a:ln w="12700">
            <a:solidFill>
              <a:srgbClr val="D7E6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78240" y="170992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1.76%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778240" y="2560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MAPE, Gradient Boosting</a:t>
            </a:r>
            <a:endParaRPr lang="en-US" sz="1100" dirty="0"/>
          </a:p>
        </p:txBody>
      </p:sp>
      <p:pic>
        <p:nvPicPr>
          <p:cNvPr id="16" name="Image 0" descr="/home/claude/projects/stock_predictor/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46120"/>
            <a:ext cx="5120640" cy="3246120"/>
          </a:xfrm>
          <a:prstGeom prst="rect">
            <a:avLst/>
          </a:prstGeom>
        </p:spPr>
      </p:pic>
      <p:pic>
        <p:nvPicPr>
          <p:cNvPr id="17" name="Image 1" descr="/home/claude/projects/stock_predictor/actual_vs_predic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246120"/>
            <a:ext cx="5669280" cy="283464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943600" y="60807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test-period: actual vs. predicted next-day close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</a:t>
            </a:r>
            <a:endParaRPr lang="en-US" sz="2600" dirty="0"/>
          </a:p>
        </p:txBody>
      </p:sp>
      <p:pic>
        <p:nvPicPr>
          <p:cNvPr id="4" name="Image 0" descr="/home/claude/projects/stock_predictor/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120640" cy="4480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0" y="1691640"/>
            <a:ext cx="56692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matched (and slightly beat) Gradient Boosting.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Next-day close is close to a linear function of today's Open/High/Low/Close — a simple model already captures most of the signal.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Close, High, Open and Low account for over 95% of feature importance.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scored under 2% MAPE — strong short-horizon accuracy, driven by high day-to-day price autocorrelation.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2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20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on Twitter Data — classifying tweet sentiment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text is informal, short and noisy — but carries strong signal about public opinion once cleaned and modeled correctly.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10789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a labeled tweet-style dataset across 20 topics, 3 sentiment classes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text: lowercase, strip mentions/emoji/punctuation, normalize hashtags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 with TF-IDF (unigrams + bigrams)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compare Logistic Regression vs. Multinomial Naive Bayes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accuracy, precision, recall, macro F1, confusion matrix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Methodology</a:t>
            </a:r>
            <a:endParaRPr lang="en-US" sz="2600" dirty="0"/>
          </a:p>
        </p:txBody>
      </p:sp>
      <p:pic>
        <p:nvPicPr>
          <p:cNvPr id="4" name="Image 0" descr="/home/claude/projects/sentiment_analysis/class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539496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09360" y="1645920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EAF2F5"/>
          </a:solidFill>
          <a:ln w="12700">
            <a:solidFill>
              <a:srgbClr val="D7E6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92240" y="16916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3,104 tweet-style texts · 20 topics · 3 sentiment classes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309360" y="2423160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EAF2F5"/>
          </a:solidFill>
          <a:ln w="12700">
            <a:solidFill>
              <a:srgbClr val="D7E6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92240" y="24688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ambiguous examples: negation, sarcasm-lite, mixed sentiment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9360" y="3200400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EAF2F5"/>
          </a:solidFill>
          <a:ln w="12700">
            <a:solidFill>
              <a:srgbClr val="D7E6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32461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simulated label noise (mirrors real annotator disagreement)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9360" y="3977640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EAF2F5"/>
          </a:solidFill>
          <a:ln w="12700">
            <a:solidFill>
              <a:srgbClr val="D7E6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92240" y="40233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TF-IDF: 3,000 features, uni+bigrams, min_df=2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09360" y="4754880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EAF2F5"/>
          </a:solidFill>
          <a:ln w="12700">
            <a:solidFill>
              <a:srgbClr val="D7E6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92240" y="48006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80:20 split · Logistic Regression + Naive Bayes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562356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note: offline sandbox → template + lexicon generator used; swap-in ready for real Sentiment140/X API data.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Evaluation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2F5"/>
          </a:solidFill>
          <a:ln w="12700">
            <a:solidFill>
              <a:srgbClr val="D7E6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0992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91.8%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60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— Naive Bayes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600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2F5"/>
          </a:solidFill>
          <a:ln w="12700">
            <a:solidFill>
              <a:srgbClr val="D7E6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170992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0.918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560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— Naive Bayes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600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2F5"/>
          </a:solidFill>
          <a:ln w="12700">
            <a:solidFill>
              <a:srgbClr val="D7E6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170992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91.6%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560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— Logistic Reg.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778240" y="1600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2F5"/>
          </a:solidFill>
          <a:ln w="12700">
            <a:solidFill>
              <a:srgbClr val="D7E6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78240" y="170992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0.916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778240" y="2560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— Logistic Reg.</a:t>
            </a:r>
            <a:endParaRPr lang="en-US" sz="1100" dirty="0"/>
          </a:p>
        </p:txBody>
      </p:sp>
      <p:pic>
        <p:nvPicPr>
          <p:cNvPr id="16" name="Image 0" descr="/home/claude/projects/sentiment_analysis/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46120"/>
            <a:ext cx="5029200" cy="3246120"/>
          </a:xfrm>
          <a:prstGeom prst="rect">
            <a:avLst/>
          </a:prstGeom>
        </p:spPr>
      </p:pic>
      <p:pic>
        <p:nvPicPr>
          <p:cNvPr id="17" name="Image 1" descr="/home/claude/projects/sentiment_analysis/model_compari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3246120"/>
            <a:ext cx="5577840" cy="324612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</a:t>
            </a:r>
            <a:endParaRPr lang="en-US" sz="2600" dirty="0"/>
          </a:p>
        </p:txBody>
      </p:sp>
      <p:pic>
        <p:nvPicPr>
          <p:cNvPr id="4" name="Image 0" descr="/home/claude/projects/sentiment_analysis/top_terms_per_cl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10881360" cy="2788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31596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TF-IDF terms driving each sentiment class (Logistic Regression coefficients)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75488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classifiers land at ~92% accuracy — positive/negative are rarely confused with each other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all errors involve the neutral class and the deliberately-injected ambiguous examples (negation, sarcasm)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limitation of bag-of-words models: they don't capture word order, so "wasn't bad" reads like "bad"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Learnings &amp; Future Scope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53035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design: data → features → model → evaluation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splits are essential to avoid time-series leakage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models can match complex ones when relationships are linear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Bag-of-words NLP struggles with negation and sarcasm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4630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874520"/>
            <a:ext cx="53035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live Yahoo Finance/NSE data and real Twitter/Sentiment140 data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technical indicators (RSI, MACD) to the price model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LSTM/GRU sequence models for both projects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transformer embeddings (BERT) for negation-aware sentiment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both as live dashboards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3375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projects — code, generated datasets, evaluation results and charts — are available as internship submission artifacts.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 Sidhu  |  Artificial Intelligence Intern  |  Codec Technologies Pvt. Ltd.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2026-08-30T13:03:19Z</dcterms:created>
  <dcterms:modified xsi:type="dcterms:W3CDTF">2026-08-30T13:03:19Z</dcterms:modified>
</cp:coreProperties>
</file>